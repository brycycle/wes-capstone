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3" r:id="rId4"/>
    <p:sldId id="258" r:id="rId5"/>
    <p:sldId id="259" r:id="rId6"/>
    <p:sldId id="284" r:id="rId7"/>
    <p:sldId id="285" r:id="rId8"/>
    <p:sldId id="28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40708-C999-4380-B378-9202F2A7144E}" v="22" dt="2026-04-08T16:03:21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ney, Bryce Edward (53520) CIV USN NIWC PACIFIC CA (USA)" userId="802230dc-da13-4caa-9b75-cf409dfca0cb" providerId="ADAL" clId="{408BF972-AAF0-4B87-AAE0-4584C3E8F925}"/>
    <pc:docChg chg="undo custSel addSld modSld">
      <pc:chgData name="Rooney, Bryce Edward (53520) CIV USN NIWC PACIFIC CA (USA)" userId="802230dc-da13-4caa-9b75-cf409dfca0cb" providerId="ADAL" clId="{408BF972-AAF0-4B87-AAE0-4584C3E8F925}" dt="2026-04-08T16:03:48.555" v="343" actId="313"/>
      <pc:docMkLst>
        <pc:docMk/>
      </pc:docMkLst>
      <pc:sldChg chg="addSp delSp modSp mod">
        <pc:chgData name="Rooney, Bryce Edward (53520) CIV USN NIWC PACIFIC CA (USA)" userId="802230dc-da13-4caa-9b75-cf409dfca0cb" providerId="ADAL" clId="{408BF972-AAF0-4B87-AAE0-4584C3E8F925}" dt="2026-04-07T23:15:43.241" v="295" actId="208"/>
        <pc:sldMkLst>
          <pc:docMk/>
          <pc:sldMk cId="1824420777" sldId="256"/>
        </pc:sldMkLst>
        <pc:spChg chg="mod">
          <ac:chgData name="Rooney, Bryce Edward (53520) CIV USN NIWC PACIFIC CA (USA)" userId="802230dc-da13-4caa-9b75-cf409dfca0cb" providerId="ADAL" clId="{408BF972-AAF0-4B87-AAE0-4584C3E8F925}" dt="2026-04-07T23:14:12.568" v="260" actId="1076"/>
          <ac:spMkLst>
            <pc:docMk/>
            <pc:sldMk cId="1824420777" sldId="256"/>
            <ac:spMk id="4" creationId="{700CE8AD-3FC8-EDB8-F8EA-D69E800A3D59}"/>
          </ac:spMkLst>
        </pc:spChg>
        <pc:spChg chg="del mod topLvl">
          <ac:chgData name="Rooney, Bryce Edward (53520) CIV USN NIWC PACIFIC CA (USA)" userId="802230dc-da13-4caa-9b75-cf409dfca0cb" providerId="ADAL" clId="{408BF972-AAF0-4B87-AAE0-4584C3E8F925}" dt="2026-04-07T22:04:16.246" v="132" actId="478"/>
          <ac:spMkLst>
            <pc:docMk/>
            <pc:sldMk cId="1824420777" sldId="256"/>
            <ac:spMk id="5" creationId="{DE1FECFD-DCC5-9FC3-635E-F45339F338C0}"/>
          </ac:spMkLst>
        </pc:spChg>
        <pc:spChg chg="mod topLvl">
          <ac:chgData name="Rooney, Bryce Edward (53520) CIV USN NIWC PACIFIC CA (USA)" userId="802230dc-da13-4caa-9b75-cf409dfca0cb" providerId="ADAL" clId="{408BF972-AAF0-4B87-AAE0-4584C3E8F925}" dt="2026-04-07T23:14:12.568" v="260" actId="1076"/>
          <ac:spMkLst>
            <pc:docMk/>
            <pc:sldMk cId="1824420777" sldId="256"/>
            <ac:spMk id="6" creationId="{3973769A-95F5-E4B5-BF38-E907AE87E67C}"/>
          </ac:spMkLst>
        </pc:spChg>
        <pc:spChg chg="del mod topLvl">
          <ac:chgData name="Rooney, Bryce Edward (53520) CIV USN NIWC PACIFIC CA (USA)" userId="802230dc-da13-4caa-9b75-cf409dfca0cb" providerId="ADAL" clId="{408BF972-AAF0-4B87-AAE0-4584C3E8F925}" dt="2026-04-07T22:04:23.550" v="138" actId="478"/>
          <ac:spMkLst>
            <pc:docMk/>
            <pc:sldMk cId="1824420777" sldId="256"/>
            <ac:spMk id="7" creationId="{0D28B609-9170-4688-2708-41D04D80EBDA}"/>
          </ac:spMkLst>
        </pc:spChg>
        <pc:spChg chg="mod">
          <ac:chgData name="Rooney, Bryce Edward (53520) CIV USN NIWC PACIFIC CA (USA)" userId="802230dc-da13-4caa-9b75-cf409dfca0cb" providerId="ADAL" clId="{408BF972-AAF0-4B87-AAE0-4584C3E8F925}" dt="2026-04-07T23:14:12.568" v="260" actId="1076"/>
          <ac:spMkLst>
            <pc:docMk/>
            <pc:sldMk cId="1824420777" sldId="256"/>
            <ac:spMk id="13" creationId="{E6E22A6F-68DF-3761-AAB8-4E85BCA7C47C}"/>
          </ac:spMkLst>
        </pc:spChg>
        <pc:spChg chg="mod">
          <ac:chgData name="Rooney, Bryce Edward (53520) CIV USN NIWC PACIFIC CA (USA)" userId="802230dc-da13-4caa-9b75-cf409dfca0cb" providerId="ADAL" clId="{408BF972-AAF0-4B87-AAE0-4584C3E8F925}" dt="2026-04-07T23:14:12.568" v="260" actId="1076"/>
          <ac:spMkLst>
            <pc:docMk/>
            <pc:sldMk cId="1824420777" sldId="256"/>
            <ac:spMk id="15" creationId="{F95D88A2-D203-56A7-29FC-DC9D3281CC98}"/>
          </ac:spMkLst>
        </pc:spChg>
        <pc:spChg chg="mod">
          <ac:chgData name="Rooney, Bryce Edward (53520) CIV USN NIWC PACIFIC CA (USA)" userId="802230dc-da13-4caa-9b75-cf409dfca0cb" providerId="ADAL" clId="{408BF972-AAF0-4B87-AAE0-4584C3E8F925}" dt="2026-04-07T23:15:33.182" v="292" actId="1076"/>
          <ac:spMkLst>
            <pc:docMk/>
            <pc:sldMk cId="1824420777" sldId="256"/>
            <ac:spMk id="16" creationId="{65B6C253-473B-F6E1-8EB9-7094CE93CADB}"/>
          </ac:spMkLst>
        </pc:spChg>
        <pc:spChg chg="del mod">
          <ac:chgData name="Rooney, Bryce Edward (53520) CIV USN NIWC PACIFIC CA (USA)" userId="802230dc-da13-4caa-9b75-cf409dfca0cb" providerId="ADAL" clId="{408BF972-AAF0-4B87-AAE0-4584C3E8F925}" dt="2026-04-07T23:12:53.347" v="230" actId="478"/>
          <ac:spMkLst>
            <pc:docMk/>
            <pc:sldMk cId="1824420777" sldId="256"/>
            <ac:spMk id="17" creationId="{87E157A4-29E7-0546-1CAC-3716565FFE77}"/>
          </ac:spMkLst>
        </pc:spChg>
        <pc:spChg chg="del mod">
          <ac:chgData name="Rooney, Bryce Edward (53520) CIV USN NIWC PACIFIC CA (USA)" userId="802230dc-da13-4caa-9b75-cf409dfca0cb" providerId="ADAL" clId="{408BF972-AAF0-4B87-AAE0-4584C3E8F925}" dt="2026-04-07T23:12:54.474" v="231" actId="478"/>
          <ac:spMkLst>
            <pc:docMk/>
            <pc:sldMk cId="1824420777" sldId="256"/>
            <ac:spMk id="18" creationId="{26F344AD-4EF9-F8D5-8732-37D6A19855A2}"/>
          </ac:spMkLst>
        </pc:spChg>
        <pc:spChg chg="mod">
          <ac:chgData name="Rooney, Bryce Edward (53520) CIV USN NIWC PACIFIC CA (USA)" userId="802230dc-da13-4caa-9b75-cf409dfca0cb" providerId="ADAL" clId="{408BF972-AAF0-4B87-AAE0-4584C3E8F925}" dt="2026-04-07T23:14:12.568" v="260" actId="1076"/>
          <ac:spMkLst>
            <pc:docMk/>
            <pc:sldMk cId="1824420777" sldId="256"/>
            <ac:spMk id="33" creationId="{96593B99-761A-7C81-68F8-39DC94A3C298}"/>
          </ac:spMkLst>
        </pc:spChg>
        <pc:spChg chg="mod">
          <ac:chgData name="Rooney, Bryce Edward (53520) CIV USN NIWC PACIFIC CA (USA)" userId="802230dc-da13-4caa-9b75-cf409dfca0cb" providerId="ADAL" clId="{408BF972-AAF0-4B87-AAE0-4584C3E8F925}" dt="2026-04-07T23:14:12.568" v="260" actId="1076"/>
          <ac:spMkLst>
            <pc:docMk/>
            <pc:sldMk cId="1824420777" sldId="256"/>
            <ac:spMk id="38" creationId="{9D785915-C134-03F1-3111-2F54CD4B058D}"/>
          </ac:spMkLst>
        </pc:spChg>
        <pc:spChg chg="mod">
          <ac:chgData name="Rooney, Bryce Edward (53520) CIV USN NIWC PACIFIC CA (USA)" userId="802230dc-da13-4caa-9b75-cf409dfca0cb" providerId="ADAL" clId="{408BF972-AAF0-4B87-AAE0-4584C3E8F925}" dt="2026-04-07T23:14:12.568" v="260" actId="1076"/>
          <ac:spMkLst>
            <pc:docMk/>
            <pc:sldMk cId="1824420777" sldId="256"/>
            <ac:spMk id="41" creationId="{A5A29747-7E98-97D3-CD1E-4706E012C31E}"/>
          </ac:spMkLst>
        </pc:spChg>
        <pc:spChg chg="mod">
          <ac:chgData name="Rooney, Bryce Edward (53520) CIV USN NIWC PACIFIC CA (USA)" userId="802230dc-da13-4caa-9b75-cf409dfca0cb" providerId="ADAL" clId="{408BF972-AAF0-4B87-AAE0-4584C3E8F925}" dt="2026-04-07T23:15:33.182" v="292" actId="1076"/>
          <ac:spMkLst>
            <pc:docMk/>
            <pc:sldMk cId="1824420777" sldId="256"/>
            <ac:spMk id="49" creationId="{7065FCD8-D6A7-1333-35FE-6EF714870F6A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7T21:47:04.960" v="0"/>
          <ac:spMkLst>
            <pc:docMk/>
            <pc:sldMk cId="1824420777" sldId="256"/>
            <ac:spMk id="56" creationId="{82967C3C-74B3-F8DC-4BFE-29AF8A6DCDEE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7T23:14:12.568" v="260" actId="1076"/>
          <ac:spMkLst>
            <pc:docMk/>
            <pc:sldMk cId="1824420777" sldId="256"/>
            <ac:spMk id="59" creationId="{F50708E9-FAAF-230D-18D5-7AE0144D80AC}"/>
          </ac:spMkLst>
        </pc:spChg>
        <pc:spChg chg="add del mod">
          <ac:chgData name="Rooney, Bryce Edward (53520) CIV USN NIWC PACIFIC CA (USA)" userId="802230dc-da13-4caa-9b75-cf409dfca0cb" providerId="ADAL" clId="{408BF972-AAF0-4B87-AAE0-4584C3E8F925}" dt="2026-04-07T23:12:54.474" v="231" actId="478"/>
          <ac:spMkLst>
            <pc:docMk/>
            <pc:sldMk cId="1824420777" sldId="256"/>
            <ac:spMk id="79" creationId="{33D36E9E-8B0B-A700-9B6C-ADB13C00AFC0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7T23:15:35.401" v="293" actId="1076"/>
          <ac:spMkLst>
            <pc:docMk/>
            <pc:sldMk cId="1824420777" sldId="256"/>
            <ac:spMk id="91" creationId="{F42B50D3-C495-2C05-84BE-4983E76256F5}"/>
          </ac:spMkLst>
        </pc:spChg>
        <pc:grpChg chg="del">
          <ac:chgData name="Rooney, Bryce Edward (53520) CIV USN NIWC PACIFIC CA (USA)" userId="802230dc-da13-4caa-9b75-cf409dfca0cb" providerId="ADAL" clId="{408BF972-AAF0-4B87-AAE0-4584C3E8F925}" dt="2026-04-07T22:04:08.870" v="131" actId="165"/>
          <ac:grpSpMkLst>
            <pc:docMk/>
            <pc:sldMk cId="1824420777" sldId="256"/>
            <ac:grpSpMk id="8" creationId="{33FB5C84-2DC5-C3F8-FE65-ED65732738B5}"/>
          </ac:grpSpMkLst>
        </pc:grpChg>
        <pc:grpChg chg="del">
          <ac:chgData name="Rooney, Bryce Edward (53520) CIV USN NIWC PACIFIC CA (USA)" userId="802230dc-da13-4caa-9b75-cf409dfca0cb" providerId="ADAL" clId="{408BF972-AAF0-4B87-AAE0-4584C3E8F925}" dt="2026-04-07T22:04:26.591" v="140" actId="478"/>
          <ac:grpSpMkLst>
            <pc:docMk/>
            <pc:sldMk cId="1824420777" sldId="256"/>
            <ac:grpSpMk id="9" creationId="{686565A8-A52A-D8FE-3580-24CD30F7AAAD}"/>
          </ac:grpSpMkLst>
        </pc:grpChg>
        <pc:picChg chg="add del">
          <ac:chgData name="Rooney, Bryce Edward (53520) CIV USN NIWC PACIFIC CA (USA)" userId="802230dc-da13-4caa-9b75-cf409dfca0cb" providerId="ADAL" clId="{408BF972-AAF0-4B87-AAE0-4584C3E8F925}" dt="2026-04-07T23:11:51.115" v="191" actId="22"/>
          <ac:picMkLst>
            <pc:docMk/>
            <pc:sldMk cId="1824420777" sldId="256"/>
            <ac:picMk id="78" creationId="{CE61B428-5D3E-1DDB-40E4-D0E4E45B56E8}"/>
          </ac:picMkLst>
        </pc:picChg>
        <pc:cxnChg chg="mod">
          <ac:chgData name="Rooney, Bryce Edward (53520) CIV USN NIWC PACIFIC CA (USA)" userId="802230dc-da13-4caa-9b75-cf409dfca0cb" providerId="ADAL" clId="{408BF972-AAF0-4B87-AAE0-4584C3E8F925}" dt="2026-04-07T22:06:46.796" v="170" actId="14100"/>
          <ac:cxnSpMkLst>
            <pc:docMk/>
            <pc:sldMk cId="1824420777" sldId="256"/>
            <ac:cxnSpMk id="20" creationId="{2A499AB0-5FFC-249A-4266-9E4C447DEC9B}"/>
          </ac:cxnSpMkLst>
        </pc:cxnChg>
        <pc:cxnChg chg="mod">
          <ac:chgData name="Rooney, Bryce Edward (53520) CIV USN NIWC PACIFIC CA (USA)" userId="802230dc-da13-4caa-9b75-cf409dfca0cb" providerId="ADAL" clId="{408BF972-AAF0-4B87-AAE0-4584C3E8F925}" dt="2026-04-07T22:06:44.665" v="169" actId="14100"/>
          <ac:cxnSpMkLst>
            <pc:docMk/>
            <pc:sldMk cId="1824420777" sldId="256"/>
            <ac:cxnSpMk id="22" creationId="{2E5D7CEB-ADEB-2424-A5FC-F181C77CF8BD}"/>
          </ac:cxnSpMkLst>
        </pc:cxnChg>
        <pc:cxnChg chg="mod">
          <ac:chgData name="Rooney, Bryce Edward (53520) CIV USN NIWC PACIFIC CA (USA)" userId="802230dc-da13-4caa-9b75-cf409dfca0cb" providerId="ADAL" clId="{408BF972-AAF0-4B87-AAE0-4584C3E8F925}" dt="2026-04-07T23:14:12.568" v="260" actId="1076"/>
          <ac:cxnSpMkLst>
            <pc:docMk/>
            <pc:sldMk cId="1824420777" sldId="256"/>
            <ac:cxnSpMk id="24" creationId="{C2623468-F5B8-4F8B-F98F-D2256CFD7ED0}"/>
          </ac:cxnSpMkLst>
        </pc:cxnChg>
        <pc:cxnChg chg="mod">
          <ac:chgData name="Rooney, Bryce Edward (53520) CIV USN NIWC PACIFIC CA (USA)" userId="802230dc-da13-4caa-9b75-cf409dfca0cb" providerId="ADAL" clId="{408BF972-AAF0-4B87-AAE0-4584C3E8F925}" dt="2026-04-07T23:15:33.182" v="292" actId="1076"/>
          <ac:cxnSpMkLst>
            <pc:docMk/>
            <pc:sldMk cId="1824420777" sldId="256"/>
            <ac:cxnSpMk id="27" creationId="{4E8D1A65-5EBC-E4D8-4B0E-DECDA2D8676C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3:12:55.866" v="233" actId="478"/>
          <ac:cxnSpMkLst>
            <pc:docMk/>
            <pc:sldMk cId="1824420777" sldId="256"/>
            <ac:cxnSpMk id="28" creationId="{7D47A84F-1862-13BB-192D-9099C1B59B68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3:12:55.122" v="232" actId="478"/>
          <ac:cxnSpMkLst>
            <pc:docMk/>
            <pc:sldMk cId="1824420777" sldId="256"/>
            <ac:cxnSpMk id="29" creationId="{40AB6839-6456-BF16-9C1B-B0304099314C}"/>
          </ac:cxnSpMkLst>
        </pc:cxnChg>
        <pc:cxnChg chg="mod">
          <ac:chgData name="Rooney, Bryce Edward (53520) CIV USN NIWC PACIFIC CA (USA)" userId="802230dc-da13-4caa-9b75-cf409dfca0cb" providerId="ADAL" clId="{408BF972-AAF0-4B87-AAE0-4584C3E8F925}" dt="2026-04-07T22:06:20.827" v="163" actId="1076"/>
          <ac:cxnSpMkLst>
            <pc:docMk/>
            <pc:sldMk cId="1824420777" sldId="256"/>
            <ac:cxnSpMk id="32" creationId="{EF41B57F-B9B7-9B1A-C911-FDD829EF7AC5}"/>
          </ac:cxnSpMkLst>
        </pc:cxnChg>
        <pc:cxnChg chg="mod">
          <ac:chgData name="Rooney, Bryce Edward (53520) CIV USN NIWC PACIFIC CA (USA)" userId="802230dc-da13-4caa-9b75-cf409dfca0cb" providerId="ADAL" clId="{408BF972-AAF0-4B87-AAE0-4584C3E8F925}" dt="2026-04-07T22:06:59.233" v="172" actId="1076"/>
          <ac:cxnSpMkLst>
            <pc:docMk/>
            <pc:sldMk cId="1824420777" sldId="256"/>
            <ac:cxnSpMk id="35" creationId="{80DE1D82-3C8A-48C9-BE2E-2C6AFA9414E1}"/>
          </ac:cxnSpMkLst>
        </pc:cxnChg>
        <pc:cxnChg chg="mod">
          <ac:chgData name="Rooney, Bryce Edward (53520) CIV USN NIWC PACIFIC CA (USA)" userId="802230dc-da13-4caa-9b75-cf409dfca0cb" providerId="ADAL" clId="{408BF972-AAF0-4B87-AAE0-4584C3E8F925}" dt="2026-04-07T22:06:59.233" v="172" actId="1076"/>
          <ac:cxnSpMkLst>
            <pc:docMk/>
            <pc:sldMk cId="1824420777" sldId="256"/>
            <ac:cxnSpMk id="40" creationId="{E2F3DEBF-5771-BCF5-5EA3-036D65899D05}"/>
          </ac:cxnSpMkLst>
        </pc:cxnChg>
        <pc:cxnChg chg="mod">
          <ac:chgData name="Rooney, Bryce Edward (53520) CIV USN NIWC PACIFIC CA (USA)" userId="802230dc-da13-4caa-9b75-cf409dfca0cb" providerId="ADAL" clId="{408BF972-AAF0-4B87-AAE0-4584C3E8F925}" dt="2026-04-07T22:06:59.233" v="172" actId="1076"/>
          <ac:cxnSpMkLst>
            <pc:docMk/>
            <pc:sldMk cId="1824420777" sldId="256"/>
            <ac:cxnSpMk id="45" creationId="{4C60E236-479B-DF81-6C93-D270CBE2A9C8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3:12:31.257" v="209" actId="478"/>
          <ac:cxnSpMkLst>
            <pc:docMk/>
            <pc:sldMk cId="1824420777" sldId="256"/>
            <ac:cxnSpMk id="51" creationId="{B64712F0-96EE-92CB-4469-93368F4BEEA4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3:12:30.170" v="208" actId="478"/>
          <ac:cxnSpMkLst>
            <pc:docMk/>
            <pc:sldMk cId="1824420777" sldId="256"/>
            <ac:cxnSpMk id="53" creationId="{4AE09DC6-A61F-D68B-2E54-128985D536E1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3:12:29.801" v="207" actId="478"/>
          <ac:cxnSpMkLst>
            <pc:docMk/>
            <pc:sldMk cId="1824420777" sldId="256"/>
            <ac:cxnSpMk id="55" creationId="{A0163C29-9F0D-796A-F43E-FC44CE404907}"/>
          </ac:cxnSpMkLst>
        </pc:cxnChg>
        <pc:cxnChg chg="add mod">
          <ac:chgData name="Rooney, Bryce Edward (53520) CIV USN NIWC PACIFIC CA (USA)" userId="802230dc-da13-4caa-9b75-cf409dfca0cb" providerId="ADAL" clId="{408BF972-AAF0-4B87-AAE0-4584C3E8F925}" dt="2026-04-07T23:15:33.182" v="292" actId="1076"/>
          <ac:cxnSpMkLst>
            <pc:docMk/>
            <pc:sldMk cId="1824420777" sldId="256"/>
            <ac:cxnSpMk id="84" creationId="{DA0245AD-38A3-1738-E910-F4B08862876B}"/>
          </ac:cxnSpMkLst>
        </pc:cxnChg>
        <pc:cxnChg chg="add mod">
          <ac:chgData name="Rooney, Bryce Edward (53520) CIV USN NIWC PACIFIC CA (USA)" userId="802230dc-da13-4caa-9b75-cf409dfca0cb" providerId="ADAL" clId="{408BF972-AAF0-4B87-AAE0-4584C3E8F925}" dt="2026-04-07T23:15:33.182" v="292" actId="1076"/>
          <ac:cxnSpMkLst>
            <pc:docMk/>
            <pc:sldMk cId="1824420777" sldId="256"/>
            <ac:cxnSpMk id="86" creationId="{559FB685-41B9-6049-B7A8-EE35CB28C079}"/>
          </ac:cxnSpMkLst>
        </pc:cxnChg>
        <pc:cxnChg chg="add mod">
          <ac:chgData name="Rooney, Bryce Edward (53520) CIV USN NIWC PACIFIC CA (USA)" userId="802230dc-da13-4caa-9b75-cf409dfca0cb" providerId="ADAL" clId="{408BF972-AAF0-4B87-AAE0-4584C3E8F925}" dt="2026-04-07T23:15:33.182" v="292" actId="1076"/>
          <ac:cxnSpMkLst>
            <pc:docMk/>
            <pc:sldMk cId="1824420777" sldId="256"/>
            <ac:cxnSpMk id="88" creationId="{543D0813-2E43-6DBB-7273-D5CB47E51317}"/>
          </ac:cxnSpMkLst>
        </pc:cxnChg>
        <pc:cxnChg chg="add mod">
          <ac:chgData name="Rooney, Bryce Edward (53520) CIV USN NIWC PACIFIC CA (USA)" userId="802230dc-da13-4caa-9b75-cf409dfca0cb" providerId="ADAL" clId="{408BF972-AAF0-4B87-AAE0-4584C3E8F925}" dt="2026-04-07T23:15:33.182" v="292" actId="1076"/>
          <ac:cxnSpMkLst>
            <pc:docMk/>
            <pc:sldMk cId="1824420777" sldId="256"/>
            <ac:cxnSpMk id="90" creationId="{5860BD8B-9902-ABA1-D165-62DA6F6361F3}"/>
          </ac:cxnSpMkLst>
        </pc:cxnChg>
        <pc:cxnChg chg="add mod">
          <ac:chgData name="Rooney, Bryce Edward (53520) CIV USN NIWC PACIFIC CA (USA)" userId="802230dc-da13-4caa-9b75-cf409dfca0cb" providerId="ADAL" clId="{408BF972-AAF0-4B87-AAE0-4584C3E8F925}" dt="2026-04-07T23:15:43.241" v="295" actId="208"/>
          <ac:cxnSpMkLst>
            <pc:docMk/>
            <pc:sldMk cId="1824420777" sldId="256"/>
            <ac:cxnSpMk id="93" creationId="{2F4D4EAC-EE12-8D89-79A0-5CDB94694B1D}"/>
          </ac:cxnSpMkLst>
        </pc:cxnChg>
      </pc:sldChg>
      <pc:sldChg chg="addSp delSp modSp add mod">
        <pc:chgData name="Rooney, Bryce Edward (53520) CIV USN NIWC PACIFIC CA (USA)" userId="802230dc-da13-4caa-9b75-cf409dfca0cb" providerId="ADAL" clId="{408BF972-AAF0-4B87-AAE0-4584C3E8F925}" dt="2026-04-08T16:03:48.555" v="343" actId="313"/>
        <pc:sldMkLst>
          <pc:docMk/>
          <pc:sldMk cId="3741657483" sldId="257"/>
        </pc:sldMkLst>
        <pc:spChg chg="mod topLvl">
          <ac:chgData name="Rooney, Bryce Edward (53520) CIV USN NIWC PACIFIC CA (USA)" userId="802230dc-da13-4caa-9b75-cf409dfca0cb" providerId="ADAL" clId="{408BF972-AAF0-4B87-AAE0-4584C3E8F925}" dt="2026-04-07T22:32:43.592" v="181" actId="14100"/>
          <ac:spMkLst>
            <pc:docMk/>
            <pc:sldMk cId="3741657483" sldId="257"/>
            <ac:spMk id="3" creationId="{C63924BA-2B9F-BCE9-591B-780720485204}"/>
          </ac:spMkLst>
        </pc:spChg>
        <pc:spChg chg="del">
          <ac:chgData name="Rooney, Bryce Edward (53520) CIV USN NIWC PACIFIC CA (USA)" userId="802230dc-da13-4caa-9b75-cf409dfca0cb" providerId="ADAL" clId="{408BF972-AAF0-4B87-AAE0-4584C3E8F925}" dt="2026-04-07T21:59:19.070" v="67" actId="478"/>
          <ac:spMkLst>
            <pc:docMk/>
            <pc:sldMk cId="3741657483" sldId="257"/>
            <ac:spMk id="4" creationId="{FD145D44-8FBA-3EF9-6995-C239CF1064B2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8T16:03:48.555" v="343" actId="313"/>
          <ac:spMkLst>
            <pc:docMk/>
            <pc:sldMk cId="3741657483" sldId="257"/>
            <ac:spMk id="8" creationId="{5EBA9C27-5B55-1094-168F-8C55A0BDACB7}"/>
          </ac:spMkLst>
        </pc:spChg>
        <pc:spChg chg="del">
          <ac:chgData name="Rooney, Bryce Edward (53520) CIV USN NIWC PACIFIC CA (USA)" userId="802230dc-da13-4caa-9b75-cf409dfca0cb" providerId="ADAL" clId="{408BF972-AAF0-4B87-AAE0-4584C3E8F925}" dt="2026-04-07T21:47:17.475" v="3" actId="478"/>
          <ac:spMkLst>
            <pc:docMk/>
            <pc:sldMk cId="3741657483" sldId="257"/>
            <ac:spMk id="13" creationId="{729917D9-20B4-06DC-8709-1896024A9959}"/>
          </ac:spMkLst>
        </pc:spChg>
        <pc:spChg chg="mod topLvl">
          <ac:chgData name="Rooney, Bryce Edward (53520) CIV USN NIWC PACIFIC CA (USA)" userId="802230dc-da13-4caa-9b75-cf409dfca0cb" providerId="ADAL" clId="{408BF972-AAF0-4B87-AAE0-4584C3E8F925}" dt="2026-04-07T22:01:30.985" v="119" actId="1076"/>
          <ac:spMkLst>
            <pc:docMk/>
            <pc:sldMk cId="3741657483" sldId="257"/>
            <ac:spMk id="14" creationId="{BC3E494C-65B1-7DE7-5B1B-9033ED1C1B62}"/>
          </ac:spMkLst>
        </pc:spChg>
        <pc:spChg chg="del">
          <ac:chgData name="Rooney, Bryce Edward (53520) CIV USN NIWC PACIFIC CA (USA)" userId="802230dc-da13-4caa-9b75-cf409dfca0cb" providerId="ADAL" clId="{408BF972-AAF0-4B87-AAE0-4584C3E8F925}" dt="2026-04-07T21:47:15.219" v="2" actId="478"/>
          <ac:spMkLst>
            <pc:docMk/>
            <pc:sldMk cId="3741657483" sldId="257"/>
            <ac:spMk id="15" creationId="{682AA591-0096-97C9-5B56-3FE6EA810D8F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8T16:03:30.346" v="341" actId="1076"/>
          <ac:spMkLst>
            <pc:docMk/>
            <pc:sldMk cId="3741657483" sldId="257"/>
            <ac:spMk id="15" creationId="{E100229A-9C64-37F0-E315-8216B8C866BD}"/>
          </ac:spMkLst>
        </pc:spChg>
        <pc:spChg chg="del">
          <ac:chgData name="Rooney, Bryce Edward (53520) CIV USN NIWC PACIFIC CA (USA)" userId="802230dc-da13-4caa-9b75-cf409dfca0cb" providerId="ADAL" clId="{408BF972-AAF0-4B87-AAE0-4584C3E8F925}" dt="2026-04-07T21:47:17.475" v="3" actId="478"/>
          <ac:spMkLst>
            <pc:docMk/>
            <pc:sldMk cId="3741657483" sldId="257"/>
            <ac:spMk id="16" creationId="{092960FE-CDCE-AEE4-BB4F-21EEA0E49CCA}"/>
          </ac:spMkLst>
        </pc:spChg>
        <pc:spChg chg="del">
          <ac:chgData name="Rooney, Bryce Edward (53520) CIV USN NIWC PACIFIC CA (USA)" userId="802230dc-da13-4caa-9b75-cf409dfca0cb" providerId="ADAL" clId="{408BF972-AAF0-4B87-AAE0-4584C3E8F925}" dt="2026-04-07T21:47:17.475" v="3" actId="478"/>
          <ac:spMkLst>
            <pc:docMk/>
            <pc:sldMk cId="3741657483" sldId="257"/>
            <ac:spMk id="17" creationId="{BB7D7A13-D5EE-17C2-E83C-4F81F36B8033}"/>
          </ac:spMkLst>
        </pc:spChg>
        <pc:spChg chg="del">
          <ac:chgData name="Rooney, Bryce Edward (53520) CIV USN NIWC PACIFIC CA (USA)" userId="802230dc-da13-4caa-9b75-cf409dfca0cb" providerId="ADAL" clId="{408BF972-AAF0-4B87-AAE0-4584C3E8F925}" dt="2026-04-07T21:47:17.475" v="3" actId="478"/>
          <ac:spMkLst>
            <pc:docMk/>
            <pc:sldMk cId="3741657483" sldId="257"/>
            <ac:spMk id="18" creationId="{B621935D-490E-CDA0-F1CB-B79AA28417C8}"/>
          </ac:spMkLst>
        </pc:spChg>
        <pc:spChg chg="mod topLvl">
          <ac:chgData name="Rooney, Bryce Edward (53520) CIV USN NIWC PACIFIC CA (USA)" userId="802230dc-da13-4caa-9b75-cf409dfca0cb" providerId="ADAL" clId="{408BF972-AAF0-4B87-AAE0-4584C3E8F925}" dt="2026-04-08T16:03:24.911" v="340" actId="1076"/>
          <ac:spMkLst>
            <pc:docMk/>
            <pc:sldMk cId="3741657483" sldId="257"/>
            <ac:spMk id="19" creationId="{C220A313-B298-07F7-A8AA-0FCA8B7C4E63}"/>
          </ac:spMkLst>
        </pc:spChg>
        <pc:spChg chg="add del mod">
          <ac:chgData name="Rooney, Bryce Edward (53520) CIV USN NIWC PACIFIC CA (USA)" userId="802230dc-da13-4caa-9b75-cf409dfca0cb" providerId="ADAL" clId="{408BF972-AAF0-4B87-AAE0-4584C3E8F925}" dt="2026-04-07T21:59:19.942" v="68" actId="478"/>
          <ac:spMkLst>
            <pc:docMk/>
            <pc:sldMk cId="3741657483" sldId="257"/>
            <ac:spMk id="21" creationId="{B5BFED27-9BE7-69DE-4245-B45C6AEF75FD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7T22:01:30.985" v="119" actId="1076"/>
          <ac:spMkLst>
            <pc:docMk/>
            <pc:sldMk cId="3741657483" sldId="257"/>
            <ac:spMk id="23" creationId="{F2D705A1-5535-B098-044F-7E89593FE876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8T16:03:08.595" v="337" actId="1076"/>
          <ac:spMkLst>
            <pc:docMk/>
            <pc:sldMk cId="3741657483" sldId="257"/>
            <ac:spMk id="30" creationId="{9AFC18CB-D57A-F06C-16EC-31A79DB6D856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8T16:03:08.595" v="337" actId="1076"/>
          <ac:spMkLst>
            <pc:docMk/>
            <pc:sldMk cId="3741657483" sldId="257"/>
            <ac:spMk id="31" creationId="{178738E3-AB59-3052-80F5-208CFBAF74D8}"/>
          </ac:spMkLst>
        </pc:spChg>
        <pc:spChg chg="del">
          <ac:chgData name="Rooney, Bryce Edward (53520) CIV USN NIWC PACIFIC CA (USA)" userId="802230dc-da13-4caa-9b75-cf409dfca0cb" providerId="ADAL" clId="{408BF972-AAF0-4B87-AAE0-4584C3E8F925}" dt="2026-04-07T21:47:15.219" v="2" actId="478"/>
          <ac:spMkLst>
            <pc:docMk/>
            <pc:sldMk cId="3741657483" sldId="257"/>
            <ac:spMk id="33" creationId="{D0171F07-9E17-7D1C-28B8-74EF2647B57D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8T16:03:08.595" v="337" actId="1076"/>
          <ac:spMkLst>
            <pc:docMk/>
            <pc:sldMk cId="3741657483" sldId="257"/>
            <ac:spMk id="34" creationId="{D6E10F64-AAB7-A88E-7374-4F126C57446C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8T16:02:11.850" v="308" actId="14100"/>
          <ac:spMkLst>
            <pc:docMk/>
            <pc:sldMk cId="3741657483" sldId="257"/>
            <ac:spMk id="36" creationId="{851EAFDC-EF31-8FC7-AF88-1A62D653C422}"/>
          </ac:spMkLst>
        </pc:spChg>
        <pc:spChg chg="del">
          <ac:chgData name="Rooney, Bryce Edward (53520) CIV USN NIWC PACIFIC CA (USA)" userId="802230dc-da13-4caa-9b75-cf409dfca0cb" providerId="ADAL" clId="{408BF972-AAF0-4B87-AAE0-4584C3E8F925}" dt="2026-04-07T21:47:15.219" v="2" actId="478"/>
          <ac:spMkLst>
            <pc:docMk/>
            <pc:sldMk cId="3741657483" sldId="257"/>
            <ac:spMk id="38" creationId="{A1B10A33-EB68-30AA-1A5E-10F882A807E0}"/>
          </ac:spMkLst>
        </pc:spChg>
        <pc:spChg chg="del">
          <ac:chgData name="Rooney, Bryce Edward (53520) CIV USN NIWC PACIFIC CA (USA)" userId="802230dc-da13-4caa-9b75-cf409dfca0cb" providerId="ADAL" clId="{408BF972-AAF0-4B87-AAE0-4584C3E8F925}" dt="2026-04-07T21:47:15.219" v="2" actId="478"/>
          <ac:spMkLst>
            <pc:docMk/>
            <pc:sldMk cId="3741657483" sldId="257"/>
            <ac:spMk id="41" creationId="{85E985B8-9063-4347-051C-51AB1EB3E549}"/>
          </ac:spMkLst>
        </pc:spChg>
        <pc:spChg chg="del">
          <ac:chgData name="Rooney, Bryce Edward (53520) CIV USN NIWC PACIFIC CA (USA)" userId="802230dc-da13-4caa-9b75-cf409dfca0cb" providerId="ADAL" clId="{408BF972-AAF0-4B87-AAE0-4584C3E8F925}" dt="2026-04-07T21:47:17.475" v="3" actId="478"/>
          <ac:spMkLst>
            <pc:docMk/>
            <pc:sldMk cId="3741657483" sldId="257"/>
            <ac:spMk id="49" creationId="{3FC07E72-3220-65DC-5060-7AEA637759A7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7T22:32:50.027" v="189" actId="14100"/>
          <ac:spMkLst>
            <pc:docMk/>
            <pc:sldMk cId="3741657483" sldId="257"/>
            <ac:spMk id="54" creationId="{7492C1E3-5FFA-17CF-6C3A-B41010B6116A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7T22:02:49.075" v="125" actId="1076"/>
          <ac:spMkLst>
            <pc:docMk/>
            <pc:sldMk cId="3741657483" sldId="257"/>
            <ac:spMk id="56" creationId="{92118C58-CD1D-04E2-DC94-B87D34C9149D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8T16:01:47.244" v="300" actId="14100"/>
          <ac:spMkLst>
            <pc:docMk/>
            <pc:sldMk cId="3741657483" sldId="257"/>
            <ac:spMk id="57" creationId="{268ECA5C-159F-CE43-14FA-A59A37703184}"/>
          </ac:spMkLst>
        </pc:spChg>
        <pc:spChg chg="add mod">
          <ac:chgData name="Rooney, Bryce Edward (53520) CIV USN NIWC PACIFIC CA (USA)" userId="802230dc-da13-4caa-9b75-cf409dfca0cb" providerId="ADAL" clId="{408BF972-AAF0-4B87-AAE0-4584C3E8F925}" dt="2026-04-07T22:02:49.075" v="125" actId="1076"/>
          <ac:spMkLst>
            <pc:docMk/>
            <pc:sldMk cId="3741657483" sldId="257"/>
            <ac:spMk id="58" creationId="{2AD88C36-0F7C-F405-EAC4-988EDF4A01EA}"/>
          </ac:spMkLst>
        </pc:spChg>
        <pc:grpChg chg="add del mod">
          <ac:chgData name="Rooney, Bryce Edward (53520) CIV USN NIWC PACIFIC CA (USA)" userId="802230dc-da13-4caa-9b75-cf409dfca0cb" providerId="ADAL" clId="{408BF972-AAF0-4B87-AAE0-4584C3E8F925}" dt="2026-04-07T21:47:55.885" v="7" actId="165"/>
          <ac:grpSpMkLst>
            <pc:docMk/>
            <pc:sldMk cId="3741657483" sldId="257"/>
            <ac:grpSpMk id="2" creationId="{3FC0B6D4-BD7D-4806-0BB7-6C58DBAF4634}"/>
          </ac:grpSpMkLst>
        </pc:grpChg>
        <pc:grpChg chg="del">
          <ac:chgData name="Rooney, Bryce Edward (53520) CIV USN NIWC PACIFIC CA (USA)" userId="802230dc-da13-4caa-9b75-cf409dfca0cb" providerId="ADAL" clId="{408BF972-AAF0-4B87-AAE0-4584C3E8F925}" dt="2026-04-07T21:59:19.070" v="67" actId="478"/>
          <ac:grpSpMkLst>
            <pc:docMk/>
            <pc:sldMk cId="3741657483" sldId="257"/>
            <ac:grpSpMk id="8" creationId="{0A54431F-184E-BBE0-71FE-D2DF8E4EF717}"/>
          </ac:grpSpMkLst>
        </pc:grpChg>
        <pc:grpChg chg="del mod">
          <ac:chgData name="Rooney, Bryce Edward (53520) CIV USN NIWC PACIFIC CA (USA)" userId="802230dc-da13-4caa-9b75-cf409dfca0cb" providerId="ADAL" clId="{408BF972-AAF0-4B87-AAE0-4584C3E8F925}" dt="2026-04-07T21:59:19.070" v="67" actId="478"/>
          <ac:grpSpMkLst>
            <pc:docMk/>
            <pc:sldMk cId="3741657483" sldId="257"/>
            <ac:grpSpMk id="9" creationId="{3786369D-FBAA-FE0E-DA33-5FDDED711114}"/>
          </ac:grpSpMkLst>
        </pc:grpChg>
        <pc:cxnChg chg="del mod">
          <ac:chgData name="Rooney, Bryce Edward (53520) CIV USN NIWC PACIFIC CA (USA)" userId="802230dc-da13-4caa-9b75-cf409dfca0cb" providerId="ADAL" clId="{408BF972-AAF0-4B87-AAE0-4584C3E8F925}" dt="2026-04-07T21:59:19.070" v="67" actId="478"/>
          <ac:cxnSpMkLst>
            <pc:docMk/>
            <pc:sldMk cId="3741657483" sldId="257"/>
            <ac:cxnSpMk id="20" creationId="{A7611E00-9446-9ADF-0130-64CF72858392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1:59:19.070" v="67" actId="478"/>
          <ac:cxnSpMkLst>
            <pc:docMk/>
            <pc:sldMk cId="3741657483" sldId="257"/>
            <ac:cxnSpMk id="22" creationId="{D2790CFB-55D4-85C4-5F3A-91B92D02B973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1:47:17.475" v="3" actId="478"/>
          <ac:cxnSpMkLst>
            <pc:docMk/>
            <pc:sldMk cId="3741657483" sldId="257"/>
            <ac:cxnSpMk id="24" creationId="{804BCBC5-AB3D-CE15-7A22-350827430F0E}"/>
          </ac:cxnSpMkLst>
        </pc:cxnChg>
        <pc:cxnChg chg="add mod">
          <ac:chgData name="Rooney, Bryce Edward (53520) CIV USN NIWC PACIFIC CA (USA)" userId="802230dc-da13-4caa-9b75-cf409dfca0cb" providerId="ADAL" clId="{408BF972-AAF0-4B87-AAE0-4584C3E8F925}" dt="2026-04-07T22:02:55.280" v="126"/>
          <ac:cxnSpMkLst>
            <pc:docMk/>
            <pc:sldMk cId="3741657483" sldId="257"/>
            <ac:cxnSpMk id="26" creationId="{DC449B40-C2CE-8213-7220-764D2E8A8B56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1:47:17.475" v="3" actId="478"/>
          <ac:cxnSpMkLst>
            <pc:docMk/>
            <pc:sldMk cId="3741657483" sldId="257"/>
            <ac:cxnSpMk id="27" creationId="{FF803984-D65C-3774-803A-3960949AF1F8}"/>
          </ac:cxnSpMkLst>
        </pc:cxnChg>
        <pc:cxnChg chg="del">
          <ac:chgData name="Rooney, Bryce Edward (53520) CIV USN NIWC PACIFIC CA (USA)" userId="802230dc-da13-4caa-9b75-cf409dfca0cb" providerId="ADAL" clId="{408BF972-AAF0-4B87-AAE0-4584C3E8F925}" dt="2026-04-07T21:47:17.475" v="3" actId="478"/>
          <ac:cxnSpMkLst>
            <pc:docMk/>
            <pc:sldMk cId="3741657483" sldId="257"/>
            <ac:cxnSpMk id="29" creationId="{91505EFF-CDCA-0069-7AE2-8859D4ACB081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1:59:19.070" v="67" actId="478"/>
          <ac:cxnSpMkLst>
            <pc:docMk/>
            <pc:sldMk cId="3741657483" sldId="257"/>
            <ac:cxnSpMk id="32" creationId="{0425A7F9-A860-88FE-CC8B-424B64EE9065}"/>
          </ac:cxnSpMkLst>
        </pc:cxnChg>
        <pc:cxnChg chg="del">
          <ac:chgData name="Rooney, Bryce Edward (53520) CIV USN NIWC PACIFIC CA (USA)" userId="802230dc-da13-4caa-9b75-cf409dfca0cb" providerId="ADAL" clId="{408BF972-AAF0-4B87-AAE0-4584C3E8F925}" dt="2026-04-07T21:47:15.219" v="2" actId="478"/>
          <ac:cxnSpMkLst>
            <pc:docMk/>
            <pc:sldMk cId="3741657483" sldId="257"/>
            <ac:cxnSpMk id="35" creationId="{D4C35B4A-FFD9-289D-3F54-BF9FF700E4F8}"/>
          </ac:cxnSpMkLst>
        </pc:cxnChg>
        <pc:cxnChg chg="add mod">
          <ac:chgData name="Rooney, Bryce Edward (53520) CIV USN NIWC PACIFIC CA (USA)" userId="802230dc-da13-4caa-9b75-cf409dfca0cb" providerId="ADAL" clId="{408BF972-AAF0-4B87-AAE0-4584C3E8F925}" dt="2026-04-08T16:03:08.595" v="337" actId="1076"/>
          <ac:cxnSpMkLst>
            <pc:docMk/>
            <pc:sldMk cId="3741657483" sldId="257"/>
            <ac:cxnSpMk id="37" creationId="{A7688B66-5248-8828-8858-2EE5F2FF14C9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1:47:15.219" v="2" actId="478"/>
          <ac:cxnSpMkLst>
            <pc:docMk/>
            <pc:sldMk cId="3741657483" sldId="257"/>
            <ac:cxnSpMk id="40" creationId="{E8257AA5-6C4F-C391-CB59-AF3D6E545B33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1:47:15.219" v="2" actId="478"/>
          <ac:cxnSpMkLst>
            <pc:docMk/>
            <pc:sldMk cId="3741657483" sldId="257"/>
            <ac:cxnSpMk id="45" creationId="{5BC8B2CA-A8F4-3BDE-854C-2CF889908955}"/>
          </ac:cxnSpMkLst>
        </pc:cxnChg>
        <pc:cxnChg chg="add mod">
          <ac:chgData name="Rooney, Bryce Edward (53520) CIV USN NIWC PACIFIC CA (USA)" userId="802230dc-da13-4caa-9b75-cf409dfca0cb" providerId="ADAL" clId="{408BF972-AAF0-4B87-AAE0-4584C3E8F925}" dt="2026-04-08T16:03:08.595" v="337" actId="1076"/>
          <ac:cxnSpMkLst>
            <pc:docMk/>
            <pc:sldMk cId="3741657483" sldId="257"/>
            <ac:cxnSpMk id="48" creationId="{11D63866-955B-3051-EF42-ECFDBC435D43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1:47:17.475" v="3" actId="478"/>
          <ac:cxnSpMkLst>
            <pc:docMk/>
            <pc:sldMk cId="3741657483" sldId="257"/>
            <ac:cxnSpMk id="51" creationId="{D9BE0201-2655-7CAF-076F-D6D5D85DC6E7}"/>
          </ac:cxnSpMkLst>
        </pc:cxnChg>
        <pc:cxnChg chg="del mod">
          <ac:chgData name="Rooney, Bryce Edward (53520) CIV USN NIWC PACIFIC CA (USA)" userId="802230dc-da13-4caa-9b75-cf409dfca0cb" providerId="ADAL" clId="{408BF972-AAF0-4B87-AAE0-4584C3E8F925}" dt="2026-04-07T21:47:17.475" v="3" actId="478"/>
          <ac:cxnSpMkLst>
            <pc:docMk/>
            <pc:sldMk cId="3741657483" sldId="257"/>
            <ac:cxnSpMk id="53" creationId="{8E9ADF99-5BD9-DDD4-2CCD-5DCAB97F0E2E}"/>
          </ac:cxnSpMkLst>
        </pc:cxnChg>
        <pc:cxnChg chg="add mod">
          <ac:chgData name="Rooney, Bryce Edward (53520) CIV USN NIWC PACIFIC CA (USA)" userId="802230dc-da13-4caa-9b75-cf409dfca0cb" providerId="ADAL" clId="{408BF972-AAF0-4B87-AAE0-4584C3E8F925}" dt="2026-04-07T22:03:03.031" v="127"/>
          <ac:cxnSpMkLst>
            <pc:docMk/>
            <pc:sldMk cId="3741657483" sldId="257"/>
            <ac:cxnSpMk id="59" creationId="{2A80E77F-D5E2-2B17-0946-195F888F1AD0}"/>
          </ac:cxnSpMkLst>
        </pc:cxnChg>
        <pc:cxnChg chg="add mod">
          <ac:chgData name="Rooney, Bryce Edward (53520) CIV USN NIWC PACIFIC CA (USA)" userId="802230dc-da13-4caa-9b75-cf409dfca0cb" providerId="ADAL" clId="{408BF972-AAF0-4B87-AAE0-4584C3E8F925}" dt="2026-04-08T16:03:39.693" v="342" actId="14100"/>
          <ac:cxnSpMkLst>
            <pc:docMk/>
            <pc:sldMk cId="3741657483" sldId="257"/>
            <ac:cxnSpMk id="61" creationId="{7FE544F3-0D5C-180E-DF4C-D0B3AA172AC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F701-C62A-B6F7-5189-2927B1228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847D1-BC57-25C9-DAB7-1D7D40E4E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BDCB1-D3A6-4209-D4BA-1A46281F3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A97ED-22FA-6B13-3F43-BF0D225E9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5659D-A9C6-ACE4-D420-EEB6429E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3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9942-16FE-6CB8-9152-29952493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53BA0-3C14-2402-21E0-24D7BEE2C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567E5-F464-095A-0F7F-C244DDB9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B1D71-AA55-5608-91D6-16A17F445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2F858-3C1B-C5D0-CD12-F910E0C4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91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CBAF-762B-6362-AECE-0026CC4CF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CE2B6-C97A-71B5-90D5-1F2889612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754E9-A0A5-7E35-8181-C53184A7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891D0-CB53-5FA6-7466-B6468260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58BFC-4AB5-7083-C5F8-9172F380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55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8CDB-3217-1A96-9E27-EBA4CFB0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FA20D-9C40-89E2-AE4C-114414831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E8215-6A34-7FA1-71DF-468C5819E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9503-E482-43F0-CE31-BE94C7B3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163CF-93CD-9379-AB78-9C952A51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0EE90-17A8-40EB-92E8-5C7315C1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6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90242-FE86-18AA-6B6C-D6EB6FA74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9E778-D082-9E5E-4E94-4C4AF7688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175F3-9034-0292-039E-EC840C92F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04FF3-EE1D-27C4-D04C-50965BE7F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DC246-C328-9E80-CEAA-75290E1CC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632127-9029-4670-0D9C-C74578A3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8D5313-EE4B-3AA7-F2FE-A6144F113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80EB4-7F2A-E823-859A-BA6116D2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78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5635A-D0B4-A6AB-F707-0C04CAD2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8D0BB-6FD7-3EF3-C7A5-7F8C5DC3D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45824-C7AC-8CB5-EDB1-555FB61A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4CB4C-96F0-192F-F297-00623DAD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7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A1D3E-3133-50BD-121D-B5478503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55DC0-361E-AB9A-2CB9-8B3E375D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D376A-798E-3951-5CC4-632A6574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6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B8D7-8386-211E-6453-D92698694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5225A-0062-71D4-1D34-A09965A2C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83A4B-B92D-D970-F4B3-38DF61105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5FE6D-431E-C292-B1DF-0F198F05C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AA848-7A3C-B3BC-797F-DFA5EE71C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6A092-C57E-FA00-8CD0-E2FD8BEC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2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B0A1-ED71-E219-A366-4FBD68B99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596CA-9DAE-2B04-58C1-3778B9A4B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C79C5-003A-5C79-DA49-772F99E8C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63813-7288-5862-0ABA-79ECD51B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DCDB5-DF9C-228F-8E08-F81892F18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7CA17-1740-2DDE-84FA-F6174B4D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8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228A-276D-6F30-A122-C1AB0934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741F7-5911-959D-A467-7ACF400F5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7A063-3879-6FA4-23CD-01160D34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9A92B-B7AE-8A9D-93C6-8E73E243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F34D1-56B6-A51D-B1F3-3539C663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38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10479-FA6C-5FA9-4208-8B0C199AC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76D77-E87E-A597-38E4-CBD772940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F4514-3D83-D332-1D08-C73D64F9E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3E4F9-9113-22C0-9089-F388BBD8D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0743C-DE5A-7650-B103-B61E99D0D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52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79975-6842-6EE6-F03C-28C09B8B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D1C8C-52F6-625F-9361-7A4880217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31B94-FA3B-CC93-D0A9-46F4839EB0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90B20-513A-4C6A-B322-257A1529B47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16F56-09F9-ACBE-BBA1-8CE4E8162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9DF12-BFC5-DA37-5ACA-EF2FF6E77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6BD14-2BCC-4A01-8AE8-03D6BBA24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4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0CE8AD-3FC8-EDB8-F8EA-D69E800A3D59}"/>
              </a:ext>
            </a:extLst>
          </p:cNvPr>
          <p:cNvSpPr txBox="1"/>
          <p:nvPr/>
        </p:nvSpPr>
        <p:spPr>
          <a:xfrm>
            <a:off x="2772013" y="1821526"/>
            <a:ext cx="9412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Laptop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3769A-95F5-E4B5-BF38-E907AE87E67C}"/>
              </a:ext>
            </a:extLst>
          </p:cNvPr>
          <p:cNvSpPr txBox="1"/>
          <p:nvPr/>
        </p:nvSpPr>
        <p:spPr>
          <a:xfrm>
            <a:off x="4150426" y="1821526"/>
            <a:ext cx="13785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LoRa Radio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E22A6F-68DF-3761-AAB8-4E85BCA7C47C}"/>
              </a:ext>
            </a:extLst>
          </p:cNvPr>
          <p:cNvSpPr txBox="1"/>
          <p:nvPr/>
        </p:nvSpPr>
        <p:spPr>
          <a:xfrm>
            <a:off x="4173969" y="3356870"/>
            <a:ext cx="12379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Jammer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5D88A2-D203-56A7-29FC-DC9D3281CC98}"/>
              </a:ext>
            </a:extLst>
          </p:cNvPr>
          <p:cNvSpPr/>
          <p:nvPr/>
        </p:nvSpPr>
        <p:spPr>
          <a:xfrm>
            <a:off x="6096000" y="1496865"/>
            <a:ext cx="1914940" cy="4235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Radio Channel Estimator (RCE)</a:t>
            </a:r>
            <a:br>
              <a:rPr lang="en-US" dirty="0"/>
            </a:br>
            <a:r>
              <a:rPr lang="en-US" dirty="0"/>
              <a:t>(Attenuation)</a:t>
            </a:r>
          </a:p>
          <a:p>
            <a:pPr algn="ctr"/>
            <a:r>
              <a:rPr lang="en-US" dirty="0"/>
              <a:t>(Delay)</a:t>
            </a:r>
          </a:p>
          <a:p>
            <a:pPr algn="ctr"/>
            <a:r>
              <a:rPr lang="en-US" dirty="0"/>
              <a:t>(Doppler)</a:t>
            </a:r>
          </a:p>
          <a:p>
            <a:pPr algn="ctr"/>
            <a:r>
              <a:rPr lang="en-US" dirty="0"/>
              <a:t>(Multipath)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B6C253-473B-F6E1-8EB9-7094CE93CADB}"/>
              </a:ext>
            </a:extLst>
          </p:cNvPr>
          <p:cNvSpPr txBox="1"/>
          <p:nvPr/>
        </p:nvSpPr>
        <p:spPr>
          <a:xfrm>
            <a:off x="3353141" y="4103781"/>
            <a:ext cx="20588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4 port RF recorder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499AB0-5FFC-249A-4266-9E4C447DEC9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529025" y="2006192"/>
            <a:ext cx="566511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5D7CEB-ADEB-2424-A5FC-F181C77CF8BD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5537484" y="2794625"/>
            <a:ext cx="558052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623468-F5B8-4F8B-F98F-D2256CFD7ED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411951" y="3541536"/>
            <a:ext cx="683585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8D1A65-5EBC-E4D8-4B0E-DECDA2D8676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411951" y="4288447"/>
            <a:ext cx="698669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41B57F-B9B7-9B1A-C911-FDD829EF7AC5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713291" y="2006192"/>
            <a:ext cx="437135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6593B99-761A-7C81-68F8-39DC94A3C298}"/>
              </a:ext>
            </a:extLst>
          </p:cNvPr>
          <p:cNvSpPr txBox="1"/>
          <p:nvPr/>
        </p:nvSpPr>
        <p:spPr>
          <a:xfrm>
            <a:off x="8765918" y="1651047"/>
            <a:ext cx="15617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RF Recording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0DE1D82-3C8A-48C9-BE2E-2C6AFA9414E1}"/>
              </a:ext>
            </a:extLst>
          </p:cNvPr>
          <p:cNvCxnSpPr>
            <a:cxnSpLocks/>
          </p:cNvCxnSpPr>
          <p:nvPr/>
        </p:nvCxnSpPr>
        <p:spPr>
          <a:xfrm>
            <a:off x="8003847" y="1812179"/>
            <a:ext cx="76207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785915-C134-03F1-3111-2F54CD4B058D}"/>
              </a:ext>
            </a:extLst>
          </p:cNvPr>
          <p:cNvSpPr txBox="1"/>
          <p:nvPr/>
        </p:nvSpPr>
        <p:spPr>
          <a:xfrm>
            <a:off x="8765918" y="2635906"/>
            <a:ext cx="15617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Signal Analysis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F3DEBF-5771-BCF5-5EA3-036D65899D05}"/>
              </a:ext>
            </a:extLst>
          </p:cNvPr>
          <p:cNvCxnSpPr>
            <a:stCxn id="33" idx="2"/>
            <a:endCxn id="38" idx="0"/>
          </p:cNvCxnSpPr>
          <p:nvPr/>
        </p:nvCxnSpPr>
        <p:spPr>
          <a:xfrm>
            <a:off x="9546793" y="2020379"/>
            <a:ext cx="0" cy="615527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5A29747-7E98-97D3-CD1E-4706E012C31E}"/>
              </a:ext>
            </a:extLst>
          </p:cNvPr>
          <p:cNvSpPr txBox="1"/>
          <p:nvPr/>
        </p:nvSpPr>
        <p:spPr>
          <a:xfrm>
            <a:off x="8317689" y="3937361"/>
            <a:ext cx="2458208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Results</a:t>
            </a:r>
            <a:br>
              <a:rPr lang="en-US" dirty="0"/>
            </a:br>
            <a:r>
              <a:rPr lang="en-US" dirty="0"/>
              <a:t>(Range Ratio)</a:t>
            </a:r>
          </a:p>
          <a:p>
            <a:r>
              <a:rPr lang="en-US" dirty="0"/>
              <a:t>(ROC Curve)</a:t>
            </a:r>
          </a:p>
          <a:p>
            <a:r>
              <a:rPr lang="en-US" dirty="0"/>
              <a:t>(Slash Curve)</a:t>
            </a:r>
          </a:p>
          <a:p>
            <a:r>
              <a:rPr lang="en-US" dirty="0"/>
              <a:t>(Throughput vs Range)</a:t>
            </a:r>
          </a:p>
          <a:p>
            <a:r>
              <a:rPr lang="en-US" dirty="0"/>
              <a:t>(Anomalies)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C60E236-479B-DF81-6C93-D270CBE2A9C8}"/>
              </a:ext>
            </a:extLst>
          </p:cNvPr>
          <p:cNvCxnSpPr>
            <a:cxnSpLocks/>
            <a:stCxn id="38" idx="2"/>
            <a:endCxn id="41" idx="0"/>
          </p:cNvCxnSpPr>
          <p:nvPr/>
        </p:nvCxnSpPr>
        <p:spPr>
          <a:xfrm>
            <a:off x="9546793" y="3282237"/>
            <a:ext cx="0" cy="655124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065FCD8-D6A7-1333-35FE-6EF714870F6A}"/>
              </a:ext>
            </a:extLst>
          </p:cNvPr>
          <p:cNvSpPr txBox="1"/>
          <p:nvPr/>
        </p:nvSpPr>
        <p:spPr>
          <a:xfrm>
            <a:off x="1100653" y="4103781"/>
            <a:ext cx="16713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CAF Analysis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0708E9-FAAF-230D-18D5-7AE0144D80AC}"/>
              </a:ext>
            </a:extLst>
          </p:cNvPr>
          <p:cNvSpPr txBox="1"/>
          <p:nvPr/>
        </p:nvSpPr>
        <p:spPr>
          <a:xfrm>
            <a:off x="4158885" y="2609959"/>
            <a:ext cx="13785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LoRa Radio</a:t>
            </a: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DA0245AD-38A3-1738-E910-F4B08862876B}"/>
              </a:ext>
            </a:extLst>
          </p:cNvPr>
          <p:cNvCxnSpPr>
            <a:endCxn id="16" idx="3"/>
          </p:cNvCxnSpPr>
          <p:nvPr/>
        </p:nvCxnSpPr>
        <p:spPr>
          <a:xfrm rot="10800000" flipV="1">
            <a:off x="5411952" y="3974067"/>
            <a:ext cx="683585" cy="31437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559FB685-41B9-6049-B7A8-EE35CB28C079}"/>
              </a:ext>
            </a:extLst>
          </p:cNvPr>
          <p:cNvCxnSpPr>
            <a:endCxn id="16" idx="3"/>
          </p:cNvCxnSpPr>
          <p:nvPr/>
        </p:nvCxnSpPr>
        <p:spPr>
          <a:xfrm rot="10800000">
            <a:off x="5411952" y="4288447"/>
            <a:ext cx="683585" cy="18466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543D0813-2E43-6DBB-7273-D5CB47E51317}"/>
              </a:ext>
            </a:extLst>
          </p:cNvPr>
          <p:cNvCxnSpPr>
            <a:endCxn id="16" idx="3"/>
          </p:cNvCxnSpPr>
          <p:nvPr/>
        </p:nvCxnSpPr>
        <p:spPr>
          <a:xfrm rot="10800000">
            <a:off x="5411952" y="4288447"/>
            <a:ext cx="683585" cy="48075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60BD8B-9902-ABA1-D165-62DA6F6361F3}"/>
              </a:ext>
            </a:extLst>
          </p:cNvPr>
          <p:cNvCxnSpPr>
            <a:stCxn id="16" idx="1"/>
            <a:endCxn id="49" idx="3"/>
          </p:cNvCxnSpPr>
          <p:nvPr/>
        </p:nvCxnSpPr>
        <p:spPr>
          <a:xfrm flipH="1">
            <a:off x="2772013" y="4288447"/>
            <a:ext cx="581128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42B50D3-C495-2C05-84BE-4983E76256F5}"/>
              </a:ext>
            </a:extLst>
          </p:cNvPr>
          <p:cNvSpPr txBox="1"/>
          <p:nvPr/>
        </p:nvSpPr>
        <p:spPr>
          <a:xfrm>
            <a:off x="1100653" y="5045356"/>
            <a:ext cx="16713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Results</a:t>
            </a:r>
          </a:p>
          <a:p>
            <a:r>
              <a:rPr lang="en-US" dirty="0"/>
              <a:t>(Geolocation) 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F4D4EAC-EE12-8D89-79A0-5CDB94694B1D}"/>
              </a:ext>
            </a:extLst>
          </p:cNvPr>
          <p:cNvCxnSpPr>
            <a:stCxn id="49" idx="2"/>
            <a:endCxn id="91" idx="0"/>
          </p:cNvCxnSpPr>
          <p:nvPr/>
        </p:nvCxnSpPr>
        <p:spPr>
          <a:xfrm>
            <a:off x="1936333" y="4473113"/>
            <a:ext cx="0" cy="5722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420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AC57-0141-12D6-C282-0398B6BFC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924BA-2B9F-BCE9-591B-780720485204}"/>
              </a:ext>
            </a:extLst>
          </p:cNvPr>
          <p:cNvSpPr txBox="1"/>
          <p:nvPr/>
        </p:nvSpPr>
        <p:spPr>
          <a:xfrm>
            <a:off x="4260387" y="1854332"/>
            <a:ext cx="27963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Primary </a:t>
            </a:r>
            <a:r>
              <a:rPr lang="en-US" dirty="0" err="1"/>
              <a:t>Heltec</a:t>
            </a:r>
            <a:r>
              <a:rPr lang="en-US" dirty="0"/>
              <a:t> Dev 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3E494C-65B1-7DE7-5B1B-9033ED1C1B62}"/>
              </a:ext>
            </a:extLst>
          </p:cNvPr>
          <p:cNvSpPr txBox="1"/>
          <p:nvPr/>
        </p:nvSpPr>
        <p:spPr>
          <a:xfrm>
            <a:off x="6553013" y="2340555"/>
            <a:ext cx="137859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Onboard LoRa chip &amp; Transceiver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20A313-B298-07F7-A8AA-0FCA8B7C4E63}"/>
              </a:ext>
            </a:extLst>
          </p:cNvPr>
          <p:cNvSpPr/>
          <p:nvPr/>
        </p:nvSpPr>
        <p:spPr>
          <a:xfrm>
            <a:off x="4260387" y="2223663"/>
            <a:ext cx="3671225" cy="1460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D705A1-5535-B098-044F-7E89593FE876}"/>
              </a:ext>
            </a:extLst>
          </p:cNvPr>
          <p:cNvSpPr txBox="1"/>
          <p:nvPr/>
        </p:nvSpPr>
        <p:spPr>
          <a:xfrm>
            <a:off x="4397134" y="2483142"/>
            <a:ext cx="188843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Onboard Microprocessor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449B40-C2CE-8213-7220-764D2E8A8B56}"/>
              </a:ext>
            </a:extLst>
          </p:cNvPr>
          <p:cNvCxnSpPr>
            <a:stCxn id="14" idx="1"/>
            <a:endCxn id="23" idx="3"/>
          </p:cNvCxnSpPr>
          <p:nvPr/>
        </p:nvCxnSpPr>
        <p:spPr>
          <a:xfrm flipH="1">
            <a:off x="6285569" y="2802220"/>
            <a:ext cx="267444" cy="4088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AFC18CB-D57A-F06C-16EC-31A79DB6D856}"/>
              </a:ext>
            </a:extLst>
          </p:cNvPr>
          <p:cNvSpPr txBox="1"/>
          <p:nvPr/>
        </p:nvSpPr>
        <p:spPr>
          <a:xfrm>
            <a:off x="922121" y="2473662"/>
            <a:ext cx="9978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Laptop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8738E3-AB59-3052-80F5-208CFBAF74D8}"/>
              </a:ext>
            </a:extLst>
          </p:cNvPr>
          <p:cNvSpPr txBox="1"/>
          <p:nvPr/>
        </p:nvSpPr>
        <p:spPr>
          <a:xfrm>
            <a:off x="2620239" y="3099280"/>
            <a:ext cx="12460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USB Serial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E10F64-AAB7-A88E-7374-4F126C57446C}"/>
              </a:ext>
            </a:extLst>
          </p:cNvPr>
          <p:cNvSpPr/>
          <p:nvPr/>
        </p:nvSpPr>
        <p:spPr>
          <a:xfrm>
            <a:off x="922122" y="2859893"/>
            <a:ext cx="2944196" cy="885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1EAFDC-EF31-8FC7-AF88-1A62D653C422}"/>
              </a:ext>
            </a:extLst>
          </p:cNvPr>
          <p:cNvSpPr txBox="1"/>
          <p:nvPr/>
        </p:nvSpPr>
        <p:spPr>
          <a:xfrm>
            <a:off x="4397133" y="3118114"/>
            <a:ext cx="17664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Test Application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7688B66-5248-8828-8858-2EE5F2FF14C9}"/>
              </a:ext>
            </a:extLst>
          </p:cNvPr>
          <p:cNvCxnSpPr>
            <a:cxnSpLocks/>
            <a:stCxn id="31" idx="1"/>
            <a:endCxn id="8" idx="3"/>
          </p:cNvCxnSpPr>
          <p:nvPr/>
        </p:nvCxnSpPr>
        <p:spPr>
          <a:xfrm flipH="1">
            <a:off x="2322896" y="3283946"/>
            <a:ext cx="297343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1D63866-955B-3051-EF42-ECFDBC435D43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>
            <a:off x="3866318" y="3302780"/>
            <a:ext cx="530815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492C1E3-5FFA-17CF-6C3A-B41010B6116A}"/>
              </a:ext>
            </a:extLst>
          </p:cNvPr>
          <p:cNvSpPr txBox="1"/>
          <p:nvPr/>
        </p:nvSpPr>
        <p:spPr>
          <a:xfrm>
            <a:off x="4260387" y="4007556"/>
            <a:ext cx="28830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Remote </a:t>
            </a:r>
            <a:r>
              <a:rPr lang="en-US" dirty="0" err="1"/>
              <a:t>Heltec</a:t>
            </a:r>
            <a:r>
              <a:rPr lang="en-US" dirty="0"/>
              <a:t> Dev Board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118C58-CD1D-04E2-DC94-B87D34C9149D}"/>
              </a:ext>
            </a:extLst>
          </p:cNvPr>
          <p:cNvSpPr txBox="1"/>
          <p:nvPr/>
        </p:nvSpPr>
        <p:spPr>
          <a:xfrm>
            <a:off x="6553013" y="4493779"/>
            <a:ext cx="137859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Onboard LoRa chip &amp; Transceiver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8ECA5C-159F-CE43-14FA-A59A37703184}"/>
              </a:ext>
            </a:extLst>
          </p:cNvPr>
          <p:cNvSpPr/>
          <p:nvPr/>
        </p:nvSpPr>
        <p:spPr>
          <a:xfrm>
            <a:off x="4260387" y="4376887"/>
            <a:ext cx="3671225" cy="1460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D88C36-0F7C-F405-EAC4-988EDF4A01EA}"/>
              </a:ext>
            </a:extLst>
          </p:cNvPr>
          <p:cNvSpPr txBox="1"/>
          <p:nvPr/>
        </p:nvSpPr>
        <p:spPr>
          <a:xfrm>
            <a:off x="4397134" y="4636366"/>
            <a:ext cx="188843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Onboard Microprocessor 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A80E77F-D5E2-2B17-0946-195F888F1AD0}"/>
              </a:ext>
            </a:extLst>
          </p:cNvPr>
          <p:cNvCxnSpPr>
            <a:stCxn id="56" idx="1"/>
            <a:endCxn id="58" idx="3"/>
          </p:cNvCxnSpPr>
          <p:nvPr/>
        </p:nvCxnSpPr>
        <p:spPr>
          <a:xfrm flipH="1">
            <a:off x="6285569" y="4955444"/>
            <a:ext cx="267444" cy="4088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7FE544F3-0D5C-180E-DF4C-D0B3AA172ACA}"/>
              </a:ext>
            </a:extLst>
          </p:cNvPr>
          <p:cNvCxnSpPr>
            <a:cxnSpLocks/>
            <a:stCxn id="19" idx="3"/>
            <a:endCxn id="57" idx="3"/>
          </p:cNvCxnSpPr>
          <p:nvPr/>
        </p:nvCxnSpPr>
        <p:spPr>
          <a:xfrm>
            <a:off x="7931612" y="2954026"/>
            <a:ext cx="12700" cy="2153224"/>
          </a:xfrm>
          <a:prstGeom prst="bentConnector3">
            <a:avLst>
              <a:gd name="adj1" fmla="val 2739134"/>
            </a:avLst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BA9C27-5B55-1094-168F-8C55A0BDACB7}"/>
              </a:ext>
            </a:extLst>
          </p:cNvPr>
          <p:cNvSpPr txBox="1"/>
          <p:nvPr/>
        </p:nvSpPr>
        <p:spPr>
          <a:xfrm>
            <a:off x="1076818" y="2960780"/>
            <a:ext cx="12460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Data Capture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00229A-9C64-37F0-E315-8216B8C866BD}"/>
              </a:ext>
            </a:extLst>
          </p:cNvPr>
          <p:cNvSpPr txBox="1"/>
          <p:nvPr/>
        </p:nvSpPr>
        <p:spPr>
          <a:xfrm>
            <a:off x="4397133" y="5282697"/>
            <a:ext cx="17664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Test Application</a:t>
            </a:r>
          </a:p>
        </p:txBody>
      </p:sp>
    </p:spTree>
    <p:extLst>
      <p:ext uri="{BB962C8B-B14F-4D97-AF65-F5344CB8AC3E}">
        <p14:creationId xmlns:p14="http://schemas.microsoft.com/office/powerpoint/2010/main" val="3741657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9A59-EDB1-9965-5161-8972E6A6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C530-C6C0-32B3-41BA-5EE8E494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63606" y="837995"/>
            <a:ext cx="7015181" cy="99001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CAF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4A05FA7-461D-45A8-EF6C-D907C2EEDBF8}"/>
              </a:ext>
            </a:extLst>
          </p:cNvPr>
          <p:cNvSpPr txBox="1">
            <a:spLocks/>
          </p:cNvSpPr>
          <p:nvPr/>
        </p:nvSpPr>
        <p:spPr>
          <a:xfrm>
            <a:off x="176582" y="2339862"/>
            <a:ext cx="6341728" cy="4107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C046A-BD8C-C07B-BC8E-61F68B7BD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3" y="2224669"/>
            <a:ext cx="2585742" cy="1939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D08407-485F-25C8-A1EA-0F32ED693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823" y="2224669"/>
            <a:ext cx="2585743" cy="1939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E75C2B-A374-7E03-157A-68B2F7E88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054" y="2224669"/>
            <a:ext cx="2585740" cy="19393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E8D1EC-8FE8-5EDC-F1A0-291D3F3093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82" y="2224669"/>
            <a:ext cx="2585742" cy="19393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3D7CB9-D20E-1B63-1CDF-C8F7BD2F73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3690"/>
            <a:ext cx="2585742" cy="19393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E180AB-1630-CC93-2901-A35BC9D0C4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84" y="4393692"/>
            <a:ext cx="2585740" cy="193930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8450950-2DD0-B24D-12B6-6B816BBD23ED}"/>
              </a:ext>
            </a:extLst>
          </p:cNvPr>
          <p:cNvSpPr txBox="1">
            <a:spLocks/>
          </p:cNvSpPr>
          <p:nvPr/>
        </p:nvSpPr>
        <p:spPr>
          <a:xfrm>
            <a:off x="50376" y="4414556"/>
            <a:ext cx="5825124" cy="218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/>
              <a:t>Top SF 7 </a:t>
            </a:r>
          </a:p>
          <a:p>
            <a:pPr lvl="2">
              <a:lnSpc>
                <a:spcPct val="100000"/>
              </a:lnSpc>
            </a:pPr>
            <a:r>
              <a:rPr lang="en-US" sz="1600" dirty="0"/>
              <a:t>(Left-right) BW 10.4k, BW 20k, BW 125k, BW 500k</a:t>
            </a:r>
            <a:endParaRPr lang="en-US" sz="12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Bottom SF 12 </a:t>
            </a:r>
          </a:p>
          <a:p>
            <a:pPr lvl="2">
              <a:lnSpc>
                <a:spcPct val="100000"/>
              </a:lnSpc>
            </a:pPr>
            <a:r>
              <a:rPr lang="en-US" sz="1600" dirty="0"/>
              <a:t>(Left-right) BW 125k, BW 500k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Bandwidth has much greater effect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Narrow BW is more difficult to pinpoint via </a:t>
            </a:r>
            <a:r>
              <a:rPr lang="en-US" sz="1600" dirty="0" err="1"/>
              <a:t>TDoA</a:t>
            </a:r>
            <a:r>
              <a:rPr lang="en-US" sz="1600" dirty="0"/>
              <a:t>/</a:t>
            </a:r>
            <a:r>
              <a:rPr lang="en-US" sz="1600" dirty="0" err="1"/>
              <a:t>FDoA</a:t>
            </a:r>
            <a:endParaRPr lang="en-US" sz="1600" dirty="0"/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279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9B0CD6-45AE-6065-C238-59405CCBF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49" y="168051"/>
            <a:ext cx="8695862" cy="652189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BF880C4-6D10-D141-8A23-EAFD3F473CEB}"/>
              </a:ext>
            </a:extLst>
          </p:cNvPr>
          <p:cNvSpPr txBox="1">
            <a:spLocks/>
          </p:cNvSpPr>
          <p:nvPr/>
        </p:nvSpPr>
        <p:spPr>
          <a:xfrm>
            <a:off x="8343790" y="1851768"/>
            <a:ext cx="3535790" cy="288025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/>
              <a:t>4 capture points used with 6 cumulative CAF calculations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Wider BW is known to be easier to geolocate and correlation peaks are sharper from CAF. </a:t>
            </a:r>
          </a:p>
          <a:p>
            <a:pPr lvl="1">
              <a:lnSpc>
                <a:spcPct val="100000"/>
              </a:lnSpc>
            </a:pPr>
            <a:r>
              <a:rPr lang="en-US" sz="2000" dirty="0" err="1"/>
              <a:t>TDoA</a:t>
            </a:r>
            <a:r>
              <a:rPr lang="en-US" sz="2000" dirty="0"/>
              <a:t> precision from wide BW </a:t>
            </a:r>
          </a:p>
          <a:p>
            <a:pPr lvl="1">
              <a:lnSpc>
                <a:spcPct val="100000"/>
              </a:lnSpc>
            </a:pPr>
            <a:r>
              <a:rPr lang="en-US" sz="2000" dirty="0" err="1"/>
              <a:t>FDoA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Multipath would make narrow band more blurred?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Doppler would decrease </a:t>
            </a:r>
            <a:r>
              <a:rPr lang="en-US" sz="2000" dirty="0" err="1"/>
              <a:t>Fdoa</a:t>
            </a:r>
            <a:r>
              <a:rPr lang="en-US" sz="2000" dirty="0"/>
              <a:t> </a:t>
            </a:r>
            <a:r>
              <a:rPr lang="en-US" sz="2000" dirty="0" err="1"/>
              <a:t>presicion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LoRa has enough range of BW choices to have varying effect?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highlight>
                  <a:srgbClr val="FF0000"/>
                </a:highlight>
              </a:rPr>
              <a:t>Need to calculate area of peaks for comparison analysis</a:t>
            </a:r>
            <a:endParaRPr lang="en-US" sz="1600" dirty="0">
              <a:highlight>
                <a:srgbClr val="FF0000"/>
              </a:highlight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147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B94FE91-635C-5898-CBF5-891882BCA38A}"/>
              </a:ext>
            </a:extLst>
          </p:cNvPr>
          <p:cNvSpPr/>
          <p:nvPr/>
        </p:nvSpPr>
        <p:spPr>
          <a:xfrm>
            <a:off x="3314700" y="2575560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D777ED-1462-8679-F683-59BF73C805E0}"/>
              </a:ext>
            </a:extLst>
          </p:cNvPr>
          <p:cNvSpPr/>
          <p:nvPr/>
        </p:nvSpPr>
        <p:spPr>
          <a:xfrm>
            <a:off x="3314700" y="1661160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FA9C24-C4F2-4111-5FC4-7148781058BA}"/>
              </a:ext>
            </a:extLst>
          </p:cNvPr>
          <p:cNvSpPr/>
          <p:nvPr/>
        </p:nvSpPr>
        <p:spPr>
          <a:xfrm>
            <a:off x="3314700" y="4404360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18CEF7-CF12-564D-9512-50524D6F2C8E}"/>
              </a:ext>
            </a:extLst>
          </p:cNvPr>
          <p:cNvSpPr/>
          <p:nvPr/>
        </p:nvSpPr>
        <p:spPr>
          <a:xfrm>
            <a:off x="3314700" y="5318760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201A09-3D90-22E4-B801-23DFA89B897B}"/>
              </a:ext>
            </a:extLst>
          </p:cNvPr>
          <p:cNvSpPr/>
          <p:nvPr/>
        </p:nvSpPr>
        <p:spPr>
          <a:xfrm>
            <a:off x="2335530" y="3489960"/>
            <a:ext cx="175260" cy="16764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6DAD87-76D3-EA9F-BBB9-5EAE467BC555}"/>
              </a:ext>
            </a:extLst>
          </p:cNvPr>
          <p:cNvSpPr/>
          <p:nvPr/>
        </p:nvSpPr>
        <p:spPr>
          <a:xfrm>
            <a:off x="1356360" y="3489960"/>
            <a:ext cx="175260" cy="16764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B2B79F-0635-656B-DB5F-F978E2878875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3402330" y="2743200"/>
            <a:ext cx="0" cy="16611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98DFB0-5348-7F64-AF7F-51EBB40C6C16}"/>
              </a:ext>
            </a:extLst>
          </p:cNvPr>
          <p:cNvCxnSpPr>
            <a:stCxn id="5" idx="0"/>
            <a:endCxn id="6" idx="4"/>
          </p:cNvCxnSpPr>
          <p:nvPr/>
        </p:nvCxnSpPr>
        <p:spPr>
          <a:xfrm flipV="1">
            <a:off x="3402330" y="1828800"/>
            <a:ext cx="0" cy="746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0011AD-E4EF-7888-C915-DE7581285862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3402330" y="4572000"/>
            <a:ext cx="0" cy="746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C66ACC-A3D0-3BA7-F2EB-9E71EFBC1B9B}"/>
              </a:ext>
            </a:extLst>
          </p:cNvPr>
          <p:cNvCxnSpPr>
            <a:stCxn id="10" idx="6"/>
            <a:endCxn id="9" idx="2"/>
          </p:cNvCxnSpPr>
          <p:nvPr/>
        </p:nvCxnSpPr>
        <p:spPr>
          <a:xfrm>
            <a:off x="1531620" y="3573780"/>
            <a:ext cx="8039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4FD8E6-27E8-2A7E-1D61-7617CA28F028}"/>
              </a:ext>
            </a:extLst>
          </p:cNvPr>
          <p:cNvCxnSpPr>
            <a:stCxn id="9" idx="6"/>
          </p:cNvCxnSpPr>
          <p:nvPr/>
        </p:nvCxnSpPr>
        <p:spPr>
          <a:xfrm>
            <a:off x="2510790" y="3573780"/>
            <a:ext cx="8915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B5CBAF3-8C74-C510-AFAF-3273D8DB861F}"/>
              </a:ext>
            </a:extLst>
          </p:cNvPr>
          <p:cNvSpPr txBox="1"/>
          <p:nvPr/>
        </p:nvSpPr>
        <p:spPr>
          <a:xfrm>
            <a:off x="3489960" y="2059424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CD9F9D-925B-1C84-215A-19893C0A630C}"/>
              </a:ext>
            </a:extLst>
          </p:cNvPr>
          <p:cNvSpPr txBox="1"/>
          <p:nvPr/>
        </p:nvSpPr>
        <p:spPr>
          <a:xfrm>
            <a:off x="3402330" y="4715231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E56EDE-1B02-55AC-B6E4-DFFC23E8D04A}"/>
              </a:ext>
            </a:extLst>
          </p:cNvPr>
          <p:cNvSpPr txBox="1"/>
          <p:nvPr/>
        </p:nvSpPr>
        <p:spPr>
          <a:xfrm>
            <a:off x="2578892" y="3619738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C62EDB-51A9-06BF-A0F5-43BFD2F9563C}"/>
              </a:ext>
            </a:extLst>
          </p:cNvPr>
          <p:cNvSpPr txBox="1"/>
          <p:nvPr/>
        </p:nvSpPr>
        <p:spPr>
          <a:xfrm>
            <a:off x="1531620" y="3619738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A5877D-B451-84AF-CFBE-DE1999E8A7AC}"/>
              </a:ext>
            </a:extLst>
          </p:cNvPr>
          <p:cNvSpPr txBox="1"/>
          <p:nvPr/>
        </p:nvSpPr>
        <p:spPr>
          <a:xfrm>
            <a:off x="3402329" y="3074669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20nm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88E6E0-D4C7-962B-2DB5-0D7451A44302}"/>
              </a:ext>
            </a:extLst>
          </p:cNvPr>
          <p:cNvSpPr txBox="1"/>
          <p:nvPr/>
        </p:nvSpPr>
        <p:spPr>
          <a:xfrm>
            <a:off x="2510790" y="1320760"/>
            <a:ext cx="60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CAF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80762F6-DD8E-F19F-F224-9ABF8E091EDD}"/>
              </a:ext>
            </a:extLst>
          </p:cNvPr>
          <p:cNvSpPr/>
          <p:nvPr/>
        </p:nvSpPr>
        <p:spPr>
          <a:xfrm>
            <a:off x="9781661" y="2227439"/>
            <a:ext cx="175260" cy="16764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0293AB-0BF9-4C14-F4C5-E10DD682DFF6}"/>
              </a:ext>
            </a:extLst>
          </p:cNvPr>
          <p:cNvSpPr/>
          <p:nvPr/>
        </p:nvSpPr>
        <p:spPr>
          <a:xfrm>
            <a:off x="7622421" y="2227439"/>
            <a:ext cx="175260" cy="16764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5B4202F-6DA2-8DFF-242A-802E7D6124C6}"/>
              </a:ext>
            </a:extLst>
          </p:cNvPr>
          <p:cNvSpPr/>
          <p:nvPr/>
        </p:nvSpPr>
        <p:spPr>
          <a:xfrm>
            <a:off x="11031904" y="2227439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99F4E1-59E4-7503-F8DB-91970287B4EA}"/>
              </a:ext>
            </a:extLst>
          </p:cNvPr>
          <p:cNvCxnSpPr>
            <a:stCxn id="29" idx="6"/>
            <a:endCxn id="28" idx="2"/>
          </p:cNvCxnSpPr>
          <p:nvPr/>
        </p:nvCxnSpPr>
        <p:spPr>
          <a:xfrm>
            <a:off x="7797681" y="2311259"/>
            <a:ext cx="19839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FC1D3C1-0F2E-86A8-5D56-988CB91B5135}"/>
              </a:ext>
            </a:extLst>
          </p:cNvPr>
          <p:cNvCxnSpPr>
            <a:stCxn id="28" idx="6"/>
            <a:endCxn id="30" idx="2"/>
          </p:cNvCxnSpPr>
          <p:nvPr/>
        </p:nvCxnSpPr>
        <p:spPr>
          <a:xfrm>
            <a:off x="9956921" y="2311259"/>
            <a:ext cx="107498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9A2DCC1-8778-FDDD-09F9-E5745EF0CD23}"/>
              </a:ext>
            </a:extLst>
          </p:cNvPr>
          <p:cNvSpPr txBox="1"/>
          <p:nvPr/>
        </p:nvSpPr>
        <p:spPr>
          <a:xfrm>
            <a:off x="8412003" y="1877079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nm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7168B8-6F08-5FFE-6F26-14865DEB596A}"/>
              </a:ext>
            </a:extLst>
          </p:cNvPr>
          <p:cNvSpPr txBox="1"/>
          <p:nvPr/>
        </p:nvSpPr>
        <p:spPr>
          <a:xfrm>
            <a:off x="10116744" y="1840451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 nm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1E9399-127B-EE78-9260-106DAF32CB80}"/>
              </a:ext>
            </a:extLst>
          </p:cNvPr>
          <p:cNvCxnSpPr/>
          <p:nvPr/>
        </p:nvCxnSpPr>
        <p:spPr>
          <a:xfrm>
            <a:off x="9863917" y="2582710"/>
            <a:ext cx="1250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59AAC10-5786-31AC-F3CB-C0A790C7D784}"/>
              </a:ext>
            </a:extLst>
          </p:cNvPr>
          <p:cNvSpPr txBox="1"/>
          <p:nvPr/>
        </p:nvSpPr>
        <p:spPr>
          <a:xfrm>
            <a:off x="7981728" y="3514219"/>
            <a:ext cx="39503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Transceiver moves forward 60nm @ 2nm increments with and without jammer present at the endpoint. </a:t>
            </a:r>
          </a:p>
          <a:p>
            <a:r>
              <a:rPr lang="en-US" dirty="0"/>
              <a:t>Compares impact of comms with and without jammer to compare breakpoint and falloff deltas</a:t>
            </a:r>
          </a:p>
          <a:p>
            <a:endParaRPr lang="en-US" dirty="0"/>
          </a:p>
          <a:p>
            <a:r>
              <a:rPr lang="en-US" dirty="0"/>
              <a:t>Jammer emulated was commercial (and legally obtained) USRP X104 SDR with 23dBm output power.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B4B0D1-5711-36B8-2CDB-63A09D063ACD}"/>
              </a:ext>
            </a:extLst>
          </p:cNvPr>
          <p:cNvSpPr txBox="1"/>
          <p:nvPr/>
        </p:nvSpPr>
        <p:spPr>
          <a:xfrm>
            <a:off x="6096000" y="1204849"/>
            <a:ext cx="5476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Range and Jamming (dynamic scripts and movement)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FC0FC0-B7BA-42C2-F3E8-B26B79F98064}"/>
              </a:ext>
            </a:extLst>
          </p:cNvPr>
          <p:cNvSpPr txBox="1"/>
          <p:nvPr/>
        </p:nvSpPr>
        <p:spPr>
          <a:xfrm>
            <a:off x="4595927" y="384514"/>
            <a:ext cx="1745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Scenarios Used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1F1B2F-5A5E-2341-9907-B11271864DEC}"/>
              </a:ext>
            </a:extLst>
          </p:cNvPr>
          <p:cNvSpPr txBox="1"/>
          <p:nvPr/>
        </p:nvSpPr>
        <p:spPr>
          <a:xfrm>
            <a:off x="9781661" y="2580764"/>
            <a:ext cx="185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nm increments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BB837-7E54-8439-3A33-0AC8538F5B04}"/>
              </a:ext>
            </a:extLst>
          </p:cNvPr>
          <p:cNvSpPr txBox="1"/>
          <p:nvPr/>
        </p:nvSpPr>
        <p:spPr>
          <a:xfrm>
            <a:off x="5386841" y="2863840"/>
            <a:ext cx="23232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SF 7 10.4k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 = 400nm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SF 7 20k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 = 480nm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SF 7 125k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 = 390nm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SF 7 500k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 = 160nm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SF 12 125k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 = 500nm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SF 12 500k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 = 480nm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BB4B639-F163-8F5F-CF95-6A0D39934655}"/>
              </a:ext>
            </a:extLst>
          </p:cNvPr>
          <p:cNvSpPr/>
          <p:nvPr/>
        </p:nvSpPr>
        <p:spPr>
          <a:xfrm>
            <a:off x="4059613" y="2619923"/>
            <a:ext cx="175260" cy="1676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3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2A568F-F982-AA49-45AA-636D476A7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871" y="574296"/>
            <a:ext cx="2748695" cy="2060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00DEF1-1BE7-3F8A-B01C-495BF6F3A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566" y="574296"/>
            <a:ext cx="2748695" cy="20607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73EE32-EDE1-4C44-5AB1-188F8BCDD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38" y="633558"/>
            <a:ext cx="2936630" cy="1768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EC617C-BABD-17E1-D9ED-CE340FFBE5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434" y="633558"/>
            <a:ext cx="3225493" cy="1942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1AB649-D6D7-84C8-DCC8-93C2A35B8BAF}"/>
              </a:ext>
            </a:extLst>
          </p:cNvPr>
          <p:cNvSpPr txBox="1"/>
          <p:nvPr/>
        </p:nvSpPr>
        <p:spPr>
          <a:xfrm>
            <a:off x="2971434" y="371475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SF 7 10.4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BF4612-B888-6ACA-CF93-B00B7D1513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37" y="4384874"/>
            <a:ext cx="2936631" cy="17682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9C4122-648E-5C63-A63B-A30C0CE6B7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368" y="4486274"/>
            <a:ext cx="2768232" cy="16668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361BF4-B98D-F3A6-34B7-27F9491C92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505" y="4486274"/>
            <a:ext cx="2490788" cy="18673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C24979-9B9B-6B63-389B-F9DC33DEDD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519" y="4486274"/>
            <a:ext cx="2490788" cy="18673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A2AFCDA-39AE-26C7-4C5E-2F97258CBB79}"/>
              </a:ext>
            </a:extLst>
          </p:cNvPr>
          <p:cNvSpPr txBox="1"/>
          <p:nvPr/>
        </p:nvSpPr>
        <p:spPr>
          <a:xfrm>
            <a:off x="2614988" y="3881576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SF 7 500k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F55E90-D595-EC8F-AF1A-DC1867634990}"/>
              </a:ext>
            </a:extLst>
          </p:cNvPr>
          <p:cNvSpPr txBox="1"/>
          <p:nvPr/>
        </p:nvSpPr>
        <p:spPr>
          <a:xfrm>
            <a:off x="8676186" y="3893742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SF 12 500k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BDF06A-2EF1-9157-D712-B0A035132DF5}"/>
              </a:ext>
            </a:extLst>
          </p:cNvPr>
          <p:cNvSpPr txBox="1"/>
          <p:nvPr/>
        </p:nvSpPr>
        <p:spPr>
          <a:xfrm>
            <a:off x="8608604" y="252946"/>
            <a:ext cx="179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Comparison WF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255050-1B51-C413-D691-0928805B5273}"/>
              </a:ext>
            </a:extLst>
          </p:cNvPr>
          <p:cNvSpPr txBox="1"/>
          <p:nvPr/>
        </p:nvSpPr>
        <p:spPr>
          <a:xfrm>
            <a:off x="1243388" y="2663916"/>
            <a:ext cx="97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-10 SNR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EB2583-1505-B79A-1506-EAE3FBD47FEA}"/>
              </a:ext>
            </a:extLst>
          </p:cNvPr>
          <p:cNvSpPr txBox="1"/>
          <p:nvPr/>
        </p:nvSpPr>
        <p:spPr>
          <a:xfrm>
            <a:off x="4033939" y="6153149"/>
            <a:ext cx="97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-10 SNR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1A5776-65EF-228F-2989-A688EB2BABBD}"/>
              </a:ext>
            </a:extLst>
          </p:cNvPr>
          <p:cNvSpPr txBox="1"/>
          <p:nvPr/>
        </p:nvSpPr>
        <p:spPr>
          <a:xfrm>
            <a:off x="4164388" y="2733766"/>
            <a:ext cx="97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-15 SNR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486D6-C06E-7AD4-197C-FE3203FEEB23}"/>
              </a:ext>
            </a:extLst>
          </p:cNvPr>
          <p:cNvSpPr txBox="1"/>
          <p:nvPr/>
        </p:nvSpPr>
        <p:spPr>
          <a:xfrm>
            <a:off x="10108914" y="6392187"/>
            <a:ext cx="97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-10 SNR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E20CAB-541E-B637-F8B7-D8C914ED3133}"/>
              </a:ext>
            </a:extLst>
          </p:cNvPr>
          <p:cNvSpPr txBox="1"/>
          <p:nvPr/>
        </p:nvSpPr>
        <p:spPr>
          <a:xfrm>
            <a:off x="10269913" y="2895055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-25 SNR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0D86F6-77B3-A54C-76D5-F8825C428AE7}"/>
              </a:ext>
            </a:extLst>
          </p:cNvPr>
          <p:cNvSpPr txBox="1"/>
          <p:nvPr/>
        </p:nvSpPr>
        <p:spPr>
          <a:xfrm>
            <a:off x="7450513" y="277171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-20 SNR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34B292-2D32-ACAC-A929-1191028A3E98}"/>
              </a:ext>
            </a:extLst>
          </p:cNvPr>
          <p:cNvSpPr txBox="1"/>
          <p:nvPr/>
        </p:nvSpPr>
        <p:spPr>
          <a:xfrm>
            <a:off x="7664927" y="6460093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-5 SNR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56D25F-6154-F9A4-6B65-FD46AF1A4AD4}"/>
              </a:ext>
            </a:extLst>
          </p:cNvPr>
          <p:cNvSpPr txBox="1"/>
          <p:nvPr/>
        </p:nvSpPr>
        <p:spPr>
          <a:xfrm>
            <a:off x="1296414" y="6224442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-5 SNR</a:t>
            </a:r>
          </a:p>
        </p:txBody>
      </p:sp>
    </p:spTree>
    <p:extLst>
      <p:ext uri="{BB962C8B-B14F-4D97-AF65-F5344CB8AC3E}">
        <p14:creationId xmlns:p14="http://schemas.microsoft.com/office/powerpoint/2010/main" val="2189355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458FE-ABAB-65BA-4526-4AD693979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C82C886-DBE2-4D9C-9759-F8A7EFE3D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38" y="633558"/>
            <a:ext cx="2936630" cy="1768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914259-231B-B281-44ED-4209A7A33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434" y="633558"/>
            <a:ext cx="3225493" cy="1942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70CCC7-3F30-02A5-4F2B-01785142E576}"/>
              </a:ext>
            </a:extLst>
          </p:cNvPr>
          <p:cNvSpPr txBox="1"/>
          <p:nvPr/>
        </p:nvSpPr>
        <p:spPr>
          <a:xfrm>
            <a:off x="2971434" y="371475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SF 7 10.4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9BA78A-2229-F4FC-CF1A-F2F397D22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37" y="4384874"/>
            <a:ext cx="2936631" cy="17682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1792D7-BAF4-53C6-D25E-8A865CD9E4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368" y="4486274"/>
            <a:ext cx="2768232" cy="16668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12551E1-5457-8272-3782-BB063407A73A}"/>
              </a:ext>
            </a:extLst>
          </p:cNvPr>
          <p:cNvSpPr txBox="1"/>
          <p:nvPr/>
        </p:nvSpPr>
        <p:spPr>
          <a:xfrm>
            <a:off x="2614988" y="3881576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SF 7 500k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875138-B59F-43D0-8C20-94CC103D9D3A}"/>
              </a:ext>
            </a:extLst>
          </p:cNvPr>
          <p:cNvSpPr txBox="1"/>
          <p:nvPr/>
        </p:nvSpPr>
        <p:spPr>
          <a:xfrm>
            <a:off x="1243388" y="2663916"/>
            <a:ext cx="97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-10 SNR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E2D5CE-85D1-8FA6-4375-587FE059CD86}"/>
              </a:ext>
            </a:extLst>
          </p:cNvPr>
          <p:cNvSpPr txBox="1"/>
          <p:nvPr/>
        </p:nvSpPr>
        <p:spPr>
          <a:xfrm>
            <a:off x="4033939" y="6153149"/>
            <a:ext cx="97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-10 SNR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CA45BD-18EE-5C6A-B741-11C90E5B2EAB}"/>
              </a:ext>
            </a:extLst>
          </p:cNvPr>
          <p:cNvSpPr txBox="1"/>
          <p:nvPr/>
        </p:nvSpPr>
        <p:spPr>
          <a:xfrm>
            <a:off x="4164388" y="2733766"/>
            <a:ext cx="97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-15 SNR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A31B74-0081-C5F9-709A-F70E7AC65C2D}"/>
              </a:ext>
            </a:extLst>
          </p:cNvPr>
          <p:cNvSpPr txBox="1"/>
          <p:nvPr/>
        </p:nvSpPr>
        <p:spPr>
          <a:xfrm>
            <a:off x="1296414" y="6224442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-5 SNR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A37B83D-6BB6-F4A2-D0B5-D0CBABBA29ED}"/>
              </a:ext>
            </a:extLst>
          </p:cNvPr>
          <p:cNvSpPr txBox="1">
            <a:spLocks/>
          </p:cNvSpPr>
          <p:nvPr/>
        </p:nvSpPr>
        <p:spPr>
          <a:xfrm>
            <a:off x="8343790" y="1851768"/>
            <a:ext cx="3535790" cy="288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sz="2000" dirty="0"/>
              <a:t>Independent of </a:t>
            </a:r>
            <a:r>
              <a:rPr lang="en-US" sz="2000" dirty="0" err="1"/>
              <a:t>wf’s</a:t>
            </a:r>
            <a:r>
              <a:rPr lang="en-US" sz="2000" dirty="0"/>
              <a:t> capability to operate at these SNRs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rgbClr val="FF0000"/>
                </a:solidFill>
              </a:rPr>
              <a:t>What kind of SNRs can LoRa operate at with various configs and compare to these results</a:t>
            </a:r>
            <a:endParaRPr lang="en-US" sz="1600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99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588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27ac744-d744-4b94-baa9-948b89b4017a}" enabled="1" method="Standard" siteId="{e3333e00-c877-4b87-b6ad-45e942de1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388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CAF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Rooney, Bryce Edward (53520) CIV USN NIWC PACIFIC CA (USA)</dc:creator>
  <cp:lastModifiedBy>Bryce Rooney</cp:lastModifiedBy>
  <cp:revision>3</cp:revision>
  <dcterms:created xsi:type="dcterms:W3CDTF">2026-04-07T21:04:34Z</dcterms:created>
  <dcterms:modified xsi:type="dcterms:W3CDTF">2026-05-31T22:00:57Z</dcterms:modified>
</cp:coreProperties>
</file>